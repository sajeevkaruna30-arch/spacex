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SpaceX Launch Success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Sajeev Karunakaran</a:t>
            </a:r>
          </a:p>
          <a:p>
            <a:r>
              <a:t>09/11/2025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Objective:</a:t>
            </a:r>
          </a:p>
          <a:p>
            <a:r>
              <a:t>Predict SpaceX rocket landing success using data analytics and machine learning.</a:t>
            </a:r>
          </a:p>
          <a:p/>
          <a:p>
            <a:r>
              <a:t>Key Findings:</a:t>
            </a:r>
          </a:p>
          <a:p>
            <a:r>
              <a:t>- 55 launches from CCAFS SLC 40</a:t>
            </a:r>
          </a:p>
          <a:p>
            <a:r>
              <a:t>- Success rate: 64.89%</a:t>
            </a:r>
          </a:p>
          <a:p>
            <a:r>
              <a:t>- 41 successful drone-ship landings</a:t>
            </a:r>
          </a:p>
          <a:p>
            <a:r>
              <a:t>- Decision Tree achieved 83.33%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Wrangling &amp; Cleaning</a:t>
            </a:r>
          </a:p>
          <a:p>
            <a:r>
              <a:t>2. Exploratory Data Analysis (EDA)</a:t>
            </a:r>
          </a:p>
          <a:p>
            <a:r>
              <a:t>3. SQL Query Exploration</a:t>
            </a:r>
          </a:p>
          <a:p>
            <a:r>
              <a:t>4. Folium Map Visualization</a:t>
            </a:r>
          </a:p>
          <a:p>
            <a:r>
              <a:t>5. Plotly Dashboard Analysis</a:t>
            </a:r>
          </a:p>
          <a:p>
            <a:r>
              <a:t>6. Machine Learning Model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Launches by Site</a:t>
            </a:r>
          </a:p>
        </p:txBody>
      </p:sp>
      <p:pic>
        <p:nvPicPr>
          <p:cNvPr id="3" name="Picture 2" descr="launches_by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CCAFS SLC 40 had the highest number of launches.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Orbit Distribution</a:t>
            </a:r>
          </a:p>
        </p:txBody>
      </p:sp>
      <p:pic>
        <p:nvPicPr>
          <p:cNvPr id="3" name="Picture 2" descr="orbi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Most missions targeted GTO and ISS orbits.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Outcomes Breakdown</a:t>
            </a:r>
          </a:p>
        </p:txBody>
      </p:sp>
      <p:pic>
        <p:nvPicPr>
          <p:cNvPr id="3" name="Picture 2" descr="outcom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135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True ASDS (drone-ship success) had the highest frequency.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Accuracy Comparison</a:t>
            </a:r>
          </a:p>
        </p:txBody>
      </p:sp>
      <p:pic>
        <p:nvPicPr>
          <p:cNvPr id="3" name="Picture 2" descr="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1350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Decision Tree achieved the highest accuracy of 83.33%.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(Decision Tree)</a:t>
            </a:r>
          </a:p>
        </p:txBody>
      </p:sp>
      <p:pic>
        <p:nvPicPr>
          <p:cNvPr id="3" name="Picture 2" descr="conf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Model correctly predicted 12 successful landings and 11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- 18 test samples used for model evaluation.</a:t>
            </a:r>
          </a:p>
          <a:p>
            <a:r>
              <a:t>- Best SVM kernel: RBF.</a:t>
            </a:r>
          </a:p>
          <a:p>
            <a:r>
              <a:t>- Decision Tree achieved 83.33% accuracy.</a:t>
            </a:r>
          </a:p>
          <a:p/>
          <a:p>
            <a:r>
              <a:t>Insights:</a:t>
            </a:r>
          </a:p>
          <a:p>
            <a:r>
              <a:t>- Launch site and orbit type influence success probability.</a:t>
            </a:r>
          </a:p>
          <a:p>
            <a:r>
              <a:t>- Data-driven models can effectively predict mission success.</a:t>
            </a:r>
          </a:p>
          <a:p/>
          <a:p>
            <a:r>
              <a:t>Future Work:</a:t>
            </a:r>
          </a:p>
          <a:p>
            <a:r>
              <a:t>- Implement ensemble models (Random Forest, XGBoost)</a:t>
            </a:r>
          </a:p>
          <a:p>
            <a:r>
              <a:t>- Explore time-series prediction of launch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